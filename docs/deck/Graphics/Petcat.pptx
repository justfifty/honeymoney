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18"/>
    <a:srgbClr val="BE5108"/>
    <a:srgbClr val="0000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7" autoAdjust="0"/>
    <p:restoredTop sz="94660"/>
  </p:normalViewPr>
  <p:slideViewPr>
    <p:cSldViewPr snapToGrid="0">
      <p:cViewPr>
        <p:scale>
          <a:sx n="200" d="100"/>
          <a:sy n="200" d="100"/>
        </p:scale>
        <p:origin x="-2024" y="-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76DE-DD66-CE0F-3F02-9D2E038CB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58BE1-37EB-F904-67F0-2E7BCADC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2E2B7-50A2-7D5C-DDDC-33C5D3B7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689F-FF2E-6747-7CF2-37934C33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F406-B3E8-DF2D-0684-56739DCF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328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ADC0-A6C4-30EC-EA4C-CDCCA88C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43540-EA03-C4C8-A723-E6F4A6A24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4233C-856C-BCF7-6E3C-D673A333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B956A-1A62-56DB-3560-6B6B6841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A2205-D260-B059-5784-ADF41EF88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82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8B75-392C-D46A-43C3-EC2393926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2251D-CD6D-4766-018B-BEB2A0505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F47D-3D65-027D-55AB-CE3A9BA9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0842-4134-E00F-6834-E70B06E0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D091-A12A-1CFB-EE4D-6E4A288D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701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56B8-8C91-66BA-D88C-77EEEA61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A5B9-D47F-C475-B3AA-C0C595E708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ECC21-917F-2F64-1285-0DD7A4D2C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8A3D5-6F4F-BB3A-6981-9BAEFD77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D2899-857A-C1FC-8A18-DE0E5FCD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31CE8-13D2-035E-6AD8-DBD72F0E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202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6A52-E89B-5773-8618-C90544DA7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DD95F-027C-F256-A32F-EED619C0B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32D04-38C6-8C0C-1194-1410D2D06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021EA-A9BC-E7C8-19F2-4A2C10BB5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69900-5850-0AF9-CBA0-550EE1A3D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169A3B-BB8C-9D87-C440-D12DFC2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E68BA-F546-A45F-240E-E20ECEA6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9222E-FF8F-7B43-39F3-3A426839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613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3F70-32ED-0A1A-2E20-844EC551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E2818-C22A-B570-E353-2B9EEDAF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4F603-4B20-5C14-B34F-90759D9C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FC970-5E56-793A-ADD4-9E96D3E2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577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D12FA-9E41-1AEC-4D22-6321AA937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83F5E-DE9E-F3B1-2AF6-9FD7B815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1178E-CA0E-301D-BE82-1834BB52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913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3294-8A48-F033-D184-0FCF8B0C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15776-18E6-3C50-0843-95E47CA8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A2DA7-A0AA-17F5-A480-E5F875052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6CB5F-E4B2-81D6-2AE2-D279B456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EEDE3-A366-5EA8-D79A-ACFE14D1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F8F10-FE0F-2F79-74F8-E337E986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91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5B5B-F33F-93B3-34BB-8156792D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DC910-7C4C-C457-07DA-61BA15CFF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D9877-36BF-A013-8A46-8BA2A546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167B4-B9F6-6831-E31B-5B4C5B1E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06CF5-D22D-B0A2-1721-1BDC7380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0A5CD-C5BB-EAE8-B6D4-D5EA111E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594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B61D-3668-9FCC-EAED-B5E4D524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7127E-4E3A-4245-FAA0-18A3B0575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04E2-6488-1C74-FDC9-FB0161FD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D7FE8-7629-8CDB-E86F-6CCEF248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5045-2B00-3993-6FD5-AC520288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888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D4A67-52C6-2987-C2FD-F36710F6B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B1D1D-553D-AA4A-D255-66FEF0DF1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3632D-873E-EA9A-1F66-6E5CA69A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0E954-3AB5-229B-1106-361A16F9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2F75E-C7C7-B3D9-9044-284481D4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842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215AB-28E9-426F-9050-5BF08E68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B223B-3344-F050-ABE1-0C961A9CE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B48F5-A98A-1BE7-9329-5CDECADFC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95DFA-4C90-4FDD-B4E1-C5BF10EFAE94}" type="datetimeFigureOut">
              <a:rPr lang="en-SG" smtClean="0"/>
              <a:t>29/8/2026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AA1DE-F23E-ADD4-3CA4-6CF2DA5D3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DD6D2-9E16-E40C-5424-92BAF4521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03721-B8B5-42C9-B9C8-01A95DB29B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137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D33B08-9AA4-3993-B835-4DA11DE5E1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8000"/>
                    </a14:imgEffect>
                    <a14:imgEffect>
                      <a14:colorTemperature colorTemp="6700"/>
                    </a14:imgEffect>
                    <a14:imgEffect>
                      <a14:saturation sat="6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49450" y="1155652"/>
            <a:ext cx="1930499" cy="185429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743084-510A-22A1-FD1F-608A3E81340E}"/>
              </a:ext>
            </a:extLst>
          </p:cNvPr>
          <p:cNvSpPr/>
          <p:nvPr/>
        </p:nvSpPr>
        <p:spPr>
          <a:xfrm>
            <a:off x="2404533" y="1176866"/>
            <a:ext cx="1803400" cy="1807633"/>
          </a:xfrm>
          <a:prstGeom prst="roundRect">
            <a:avLst/>
          </a:prstGeom>
          <a:noFill/>
          <a:ln w="57150">
            <a:solidFill>
              <a:srgbClr val="FF75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5179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Woon Wei Pong</dc:creator>
  <cp:lastModifiedBy>Woon Wei Pong</cp:lastModifiedBy>
  <cp:revision>1</cp:revision>
  <dcterms:created xsi:type="dcterms:W3CDTF">2026-08-29T15:05:32Z</dcterms:created>
  <dcterms:modified xsi:type="dcterms:W3CDTF">2026-08-29T19:27:18Z</dcterms:modified>
</cp:coreProperties>
</file>